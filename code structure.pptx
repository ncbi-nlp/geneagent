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8E3F-C8A7-0356-33D9-06F4EC0EC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0B324-C04C-C9C8-118B-ACFE3E3B4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7D8C-CDB8-3904-4AD9-158F6C6E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E068E-E5E2-9593-9DDC-A327FA22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97F48-EFB4-605B-87EA-9770EDF3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5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F31D-6E60-3775-7835-27A69880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853A-B952-0706-8815-7225DA8D5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56E36-4278-112A-B84C-DFCBAFE6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5A52C-3C6F-CBA4-8E5B-5D18F1BB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8AC23-2053-1E3A-3A6E-A63AFA37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2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0F60-AE56-19FF-03F3-46CC9BF7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278A1-B149-D966-FFC3-9A025E19C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8E26-C6AF-DAA6-7127-4ED0521F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45E68-740D-B22B-1CC7-62D0DA4D8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3B983-21E6-0A2C-CA40-7AEC4B79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57E3-6CB7-3241-8285-B3551429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D4CD-B0C4-9380-96B8-B6E2BC383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6E0F6-2338-FAF7-09E4-2FE6BB787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25D78-6AC9-C74A-F95C-034366B3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1CE40-1F3E-2656-18A5-15AAC8B7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9B4A3-54D9-C939-D77B-24C0C148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3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EE75-2C20-9058-4AFB-D47820D8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CF1CF-630D-60D4-2590-42FDB6302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DAEA6-3BA6-203E-A487-CE54431C3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04204-FE9B-D9EE-90A9-EF1C5DCEC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5EFD0-ABC0-5001-DC88-743F204AA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026C2-7E99-50D1-FAE4-71AB9098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D0DE3-60A6-B0DC-DF73-51FA9BC10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A12F4-85FA-DBF6-518A-A49B69D4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9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59CF1-7623-38ED-6F5D-3A224A9A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9AB82-774C-4E93-6B88-2CBE062A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E5676-EA99-B5E7-363B-4DEB134A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56DC4-C9C4-4E6B-1658-F8662A76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0FC579-CFF8-2F8A-1D9C-53CAC196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E827E-8361-2382-36A5-0FA09265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6BED2-B38C-1CAD-7429-A70B4F0D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5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D8B7-83C0-A6BC-5924-59B36520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72982-FC89-1DFF-FC4B-59460C113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3F8E2-3272-ACBA-E297-98C61EB99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73B28-A5C6-771A-6D23-203DFECB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B81F9-4231-0C7A-4DF7-BA9B2FBB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4BD6D-01EB-4E7B-BFD1-F36958F9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0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EC4F-E567-75AB-79FB-D94C55B6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D8CB01-B8A4-F15B-F2E1-D137F3D6B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83F4E-A2A7-C47F-BB63-0A2DB527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30A51-62FB-2583-6F23-7DE14CA4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4A6AD-DC22-A551-6574-908B32B3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5E7EF-9C1E-DDD7-ADCA-270C5ABD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3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BBB3-AF25-81F6-7D59-0E77C603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61EDD-5D43-1496-EA83-7297602F0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0E024-245C-4A9A-87F8-1A001EC1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AD931-E045-7864-A3F0-F6610ACB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63A28-85B0-BF9E-6235-FCE6C94C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BAD86-8ECA-C5DC-0FDB-989E4CFCF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4A1FE-0499-A484-0C19-5A563C00D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9C093-2E25-09D9-6BB4-BB6FFBEEC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5E390-6EAE-6F26-B4EC-C8B9C498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0B9D-3126-9D53-CAEC-6AEE0130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2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3D0BF-D793-C6B1-7B12-57905F03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4AAB-ADDD-0514-62CC-2258C1A5B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98B25-35DA-9A1A-1389-F3C86E440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D1C45-FF56-4150-A10B-B4BFBDA2B469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5D629-A5D1-B9FD-A0DB-23B7E4A1C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490D1-CEB2-86BA-AFE9-D0D0C6AB4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D6808-33CD-43D1-B992-305069057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8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C582E259-B2D8-2806-D0CD-874013A49318}"/>
              </a:ext>
            </a:extLst>
          </p:cNvPr>
          <p:cNvSpPr/>
          <p:nvPr/>
        </p:nvSpPr>
        <p:spPr>
          <a:xfrm>
            <a:off x="716692" y="4159424"/>
            <a:ext cx="10939849" cy="217547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DDC2D-21F4-440F-52E6-6B399F8E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503"/>
            <a:ext cx="10515600" cy="1325563"/>
          </a:xfrm>
        </p:spPr>
        <p:txBody>
          <a:bodyPr/>
          <a:lstStyle/>
          <a:p>
            <a:r>
              <a:rPr lang="en-US" b="1" dirty="0"/>
              <a:t>Overall Structure of the GeneAgent Code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16B939-D61A-363E-EC75-050E95F8439D}"/>
              </a:ext>
            </a:extLst>
          </p:cNvPr>
          <p:cNvSpPr/>
          <p:nvPr/>
        </p:nvSpPr>
        <p:spPr>
          <a:xfrm>
            <a:off x="4662614" y="1657737"/>
            <a:ext cx="2075935" cy="4073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main_cascade.py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5CDE1D-4250-CC74-78D5-1A1A8C2101C7}"/>
              </a:ext>
            </a:extLst>
          </p:cNvPr>
          <p:cNvSpPr/>
          <p:nvPr/>
        </p:nvSpPr>
        <p:spPr>
          <a:xfrm>
            <a:off x="4662615" y="2573217"/>
            <a:ext cx="2075935" cy="4073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worker.py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CD82DA-D273-E62A-0FC8-821DE3EF4379}"/>
              </a:ext>
            </a:extLst>
          </p:cNvPr>
          <p:cNvSpPr/>
          <p:nvPr/>
        </p:nvSpPr>
        <p:spPr>
          <a:xfrm>
            <a:off x="2716425" y="4303026"/>
            <a:ext cx="1684641" cy="56017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get_pathway_for_gene_set.py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4533AA-DB4D-B586-BEA8-43854A11FE29}"/>
              </a:ext>
            </a:extLst>
          </p:cNvPr>
          <p:cNvSpPr/>
          <p:nvPr/>
        </p:nvSpPr>
        <p:spPr>
          <a:xfrm>
            <a:off x="4605990" y="4300152"/>
            <a:ext cx="1684641" cy="56017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get_complex_name_for_complex_id.py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C2AC39-EDFA-FAF8-C6DD-C734651F1D06}"/>
              </a:ext>
            </a:extLst>
          </p:cNvPr>
          <p:cNvSpPr/>
          <p:nvPr/>
        </p:nvSpPr>
        <p:spPr>
          <a:xfrm>
            <a:off x="6379185" y="4268772"/>
            <a:ext cx="1613575" cy="56017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get_disease_name_for_disease_id.py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E0C0FD-C547-BC65-9B6A-ED3A76153644}"/>
              </a:ext>
            </a:extLst>
          </p:cNvPr>
          <p:cNvSpPr/>
          <p:nvPr/>
        </p:nvSpPr>
        <p:spPr>
          <a:xfrm>
            <a:off x="8250214" y="4291914"/>
            <a:ext cx="1643422" cy="56017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get_domain_name_for_domain_id.py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C90E40-D8CA-51DA-F489-198D327C145A}"/>
              </a:ext>
            </a:extLst>
          </p:cNvPr>
          <p:cNvSpPr/>
          <p:nvPr/>
        </p:nvSpPr>
        <p:spPr>
          <a:xfrm>
            <a:off x="10151090" y="4277010"/>
            <a:ext cx="1359243" cy="59155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……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A44953-E6F4-0822-6848-7D5B1124A478}"/>
              </a:ext>
            </a:extLst>
          </p:cNvPr>
          <p:cNvSpPr/>
          <p:nvPr/>
        </p:nvSpPr>
        <p:spPr>
          <a:xfrm>
            <a:off x="782588" y="4300152"/>
            <a:ext cx="1661980" cy="56017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get_enrichment_for_gene_set.py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882A83-9ACD-4308-FEC4-B15F9048C9A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700582" y="2065084"/>
            <a:ext cx="1" cy="508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0A6EE03-EA6D-A247-3B01-6C73C3226AD5}"/>
              </a:ext>
            </a:extLst>
          </p:cNvPr>
          <p:cNvSpPr txBox="1"/>
          <p:nvPr/>
        </p:nvSpPr>
        <p:spPr>
          <a:xfrm>
            <a:off x="5850114" y="2148797"/>
            <a:ext cx="62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C08DD2-D15E-6E14-8B45-05503E378C1D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1613578" y="2980563"/>
            <a:ext cx="4087005" cy="13195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5C7F6B-EB5B-43BB-B451-0D83CA52206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558746" y="2980563"/>
            <a:ext cx="2141837" cy="13224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29F4B0-56A7-541B-C768-6A066AF1C0C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5448311" y="2980563"/>
            <a:ext cx="252272" cy="13195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462C34-F1D6-1102-5B33-4B7A7912AD5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700583" y="2980563"/>
            <a:ext cx="1485390" cy="12882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5F6037-916B-32F8-DB40-B0727D97FC85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700583" y="2980563"/>
            <a:ext cx="3371342" cy="13113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5B5C56-319B-4EF6-EABD-61B9C3961D61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5700583" y="2980563"/>
            <a:ext cx="5130129" cy="12964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8D7AF6A-5FBC-04D6-610D-B883122ED55D}"/>
              </a:ext>
            </a:extLst>
          </p:cNvPr>
          <p:cNvSpPr/>
          <p:nvPr/>
        </p:nvSpPr>
        <p:spPr>
          <a:xfrm>
            <a:off x="4780531" y="5549712"/>
            <a:ext cx="1359241" cy="4191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backend_complex.tsv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CE51D41-7F70-984F-21C6-82F5BD01C464}"/>
              </a:ext>
            </a:extLst>
          </p:cNvPr>
          <p:cNvSpPr/>
          <p:nvPr/>
        </p:nvSpPr>
        <p:spPr>
          <a:xfrm>
            <a:off x="6524392" y="5555361"/>
            <a:ext cx="1359241" cy="4191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backend_diseases.tsv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3FD453E-7E3B-00F1-FEF0-054C61B2F5A8}"/>
              </a:ext>
            </a:extLst>
          </p:cNvPr>
          <p:cNvSpPr/>
          <p:nvPr/>
        </p:nvSpPr>
        <p:spPr>
          <a:xfrm>
            <a:off x="8429387" y="5549713"/>
            <a:ext cx="1359241" cy="4191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backend_domain.tsv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8CF636B-94B5-0D21-0F46-6AD20FCB9B2D}"/>
              </a:ext>
            </a:extLst>
          </p:cNvPr>
          <p:cNvCxnSpPr>
            <a:cxnSpLocks/>
            <a:stCxn id="7" idx="4"/>
            <a:endCxn id="50" idx="0"/>
          </p:cNvCxnSpPr>
          <p:nvPr/>
        </p:nvCxnSpPr>
        <p:spPr>
          <a:xfrm>
            <a:off x="5448311" y="4860325"/>
            <a:ext cx="11841" cy="6893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3E972BB-C464-B422-2A1A-08FBF76B61FB}"/>
              </a:ext>
            </a:extLst>
          </p:cNvPr>
          <p:cNvCxnSpPr>
            <a:cxnSpLocks/>
            <a:stCxn id="8" idx="4"/>
            <a:endCxn id="51" idx="0"/>
          </p:cNvCxnSpPr>
          <p:nvPr/>
        </p:nvCxnSpPr>
        <p:spPr>
          <a:xfrm>
            <a:off x="7185973" y="4828945"/>
            <a:ext cx="18040" cy="7264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A8ED777-9A07-4DDC-35C0-EC798AA9FC49}"/>
              </a:ext>
            </a:extLst>
          </p:cNvPr>
          <p:cNvCxnSpPr>
            <a:cxnSpLocks/>
            <a:stCxn id="9" idx="4"/>
            <a:endCxn id="52" idx="0"/>
          </p:cNvCxnSpPr>
          <p:nvPr/>
        </p:nvCxnSpPr>
        <p:spPr>
          <a:xfrm>
            <a:off x="9071925" y="4852087"/>
            <a:ext cx="37083" cy="6976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71BA05E-A0D5-0E84-2BA3-8EF6A517E619}"/>
              </a:ext>
            </a:extLst>
          </p:cNvPr>
          <p:cNvSpPr txBox="1"/>
          <p:nvPr/>
        </p:nvSpPr>
        <p:spPr>
          <a:xfrm>
            <a:off x="3017118" y="3373521"/>
            <a:ext cx="106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A05C4D-A075-7526-19A6-BB5CA8BA2DD7}"/>
              </a:ext>
            </a:extLst>
          </p:cNvPr>
          <p:cNvSpPr txBox="1"/>
          <p:nvPr/>
        </p:nvSpPr>
        <p:spPr>
          <a:xfrm>
            <a:off x="3766722" y="3618141"/>
            <a:ext cx="106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5D894D-B07F-99FE-B4D0-192B9DCEF8D7}"/>
              </a:ext>
            </a:extLst>
          </p:cNvPr>
          <p:cNvSpPr txBox="1"/>
          <p:nvPr/>
        </p:nvSpPr>
        <p:spPr>
          <a:xfrm>
            <a:off x="4977712" y="3625685"/>
            <a:ext cx="106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CBC06D-46F5-638F-1D19-216CF807DF7B}"/>
              </a:ext>
            </a:extLst>
          </p:cNvPr>
          <p:cNvSpPr txBox="1"/>
          <p:nvPr/>
        </p:nvSpPr>
        <p:spPr>
          <a:xfrm>
            <a:off x="5944848" y="3676521"/>
            <a:ext cx="106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CF73B8-9DB4-9B13-0752-A3C6B29B2CA1}"/>
              </a:ext>
            </a:extLst>
          </p:cNvPr>
          <p:cNvSpPr txBox="1"/>
          <p:nvPr/>
        </p:nvSpPr>
        <p:spPr>
          <a:xfrm>
            <a:off x="6911543" y="3632809"/>
            <a:ext cx="106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3B0258-B963-DBBA-D1EE-F6B33F2F11EC}"/>
              </a:ext>
            </a:extLst>
          </p:cNvPr>
          <p:cNvSpPr txBox="1"/>
          <p:nvPr/>
        </p:nvSpPr>
        <p:spPr>
          <a:xfrm>
            <a:off x="7918630" y="3298971"/>
            <a:ext cx="106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E4C0A09E-FE34-0DCB-46BE-14477293F089}"/>
              </a:ext>
            </a:extLst>
          </p:cNvPr>
          <p:cNvSpPr/>
          <p:nvPr/>
        </p:nvSpPr>
        <p:spPr>
          <a:xfrm>
            <a:off x="716691" y="5779666"/>
            <a:ext cx="3679220" cy="59155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All of these are in the </a:t>
            </a:r>
            <a:r>
              <a:rPr lang="en-US" dirty="0" err="1">
                <a:solidFill>
                  <a:srgbClr val="FF0000"/>
                </a:solidFill>
              </a:rPr>
              <a:t>apis</a:t>
            </a:r>
            <a:r>
              <a:rPr lang="en-US" dirty="0">
                <a:solidFill>
                  <a:srgbClr val="FF0000"/>
                </a:solidFill>
              </a:rPr>
              <a:t> directory</a:t>
            </a:r>
          </a:p>
        </p:txBody>
      </p:sp>
    </p:spTree>
    <p:extLst>
      <p:ext uri="{BB962C8B-B14F-4D97-AF65-F5344CB8AC3E}">
        <p14:creationId xmlns:p14="http://schemas.microsoft.com/office/powerpoint/2010/main" val="3671139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A178-29ED-B897-F8EF-1FAF1005C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338"/>
            <a:ext cx="10515600" cy="1208301"/>
          </a:xfrm>
        </p:spPr>
        <p:txBody>
          <a:bodyPr/>
          <a:lstStyle/>
          <a:p>
            <a:r>
              <a:rPr lang="en-US" b="1" dirty="0"/>
              <a:t>Process of main_cascade.py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14EFA5-DBBC-C789-5252-B980F1C63360}"/>
              </a:ext>
            </a:extLst>
          </p:cNvPr>
          <p:cNvSpPr/>
          <p:nvPr/>
        </p:nvSpPr>
        <p:spPr>
          <a:xfrm>
            <a:off x="2247703" y="1054089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Gene Set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5D06A2-D73B-41CD-BF28-F746826F6D52}"/>
              </a:ext>
            </a:extLst>
          </p:cNvPr>
          <p:cNvSpPr/>
          <p:nvPr/>
        </p:nvSpPr>
        <p:spPr>
          <a:xfrm>
            <a:off x="1866703" y="2026364"/>
            <a:ext cx="2590800" cy="6720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Generation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by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Standard GPT-4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545BB0-6942-D418-9A43-55DE7349D560}"/>
              </a:ext>
            </a:extLst>
          </p:cNvPr>
          <p:cNvSpPr/>
          <p:nvPr/>
        </p:nvSpPr>
        <p:spPr>
          <a:xfrm>
            <a:off x="1866702" y="4485878"/>
            <a:ext cx="2579993" cy="6720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Claims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for verifying Process Name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C90E63-90E0-6056-DA59-A626D8F8E63D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162103" y="1511289"/>
            <a:ext cx="0" cy="515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E37427-7570-BD1C-5433-873D9FC2141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156699" y="2698449"/>
            <a:ext cx="5404" cy="17874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7B7F45-F9B7-8CFC-9391-30B79EC0A9A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156699" y="5157963"/>
            <a:ext cx="0" cy="16135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39D0032-1B30-3F08-EBDF-00EC14473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76" y="1440232"/>
            <a:ext cx="3139319" cy="18443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34D2779-D667-59D3-0B86-316A73C68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176" y="3658159"/>
            <a:ext cx="4565477" cy="203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9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545BB0-6942-D418-9A43-55DE7349D560}"/>
              </a:ext>
            </a:extLst>
          </p:cNvPr>
          <p:cNvSpPr/>
          <p:nvPr/>
        </p:nvSpPr>
        <p:spPr>
          <a:xfrm>
            <a:off x="1877509" y="498764"/>
            <a:ext cx="2579993" cy="6720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self-Verification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for Process Name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2D7265-A3A3-93B5-23DA-9480C62832B5}"/>
              </a:ext>
            </a:extLst>
          </p:cNvPr>
          <p:cNvSpPr/>
          <p:nvPr/>
        </p:nvSpPr>
        <p:spPr>
          <a:xfrm>
            <a:off x="1854119" y="4463367"/>
            <a:ext cx="2603383" cy="6720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Claims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for verifying Analytical Texts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7B7F45-F9B7-8CFC-9391-30B79EC0A9A3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3167506" y="1170849"/>
            <a:ext cx="0" cy="12237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4A6BDE-A993-1682-62E5-DD710D124FAB}"/>
              </a:ext>
            </a:extLst>
          </p:cNvPr>
          <p:cNvCxnSpPr>
            <a:cxnSpLocks/>
            <a:stCxn id="16" idx="2"/>
            <a:endCxn id="9" idx="0"/>
          </p:cNvCxnSpPr>
          <p:nvPr/>
        </p:nvCxnSpPr>
        <p:spPr>
          <a:xfrm flipH="1">
            <a:off x="3155811" y="3030093"/>
            <a:ext cx="11695" cy="14332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F2F38A-5CE0-E39D-0076-8B4A6AC221D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155810" y="5135452"/>
            <a:ext cx="1" cy="12900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4EDD44C-2503-5060-B2D8-97918301C5CB}"/>
              </a:ext>
            </a:extLst>
          </p:cNvPr>
          <p:cNvSpPr/>
          <p:nvPr/>
        </p:nvSpPr>
        <p:spPr>
          <a:xfrm>
            <a:off x="1877509" y="2394633"/>
            <a:ext cx="2579993" cy="6354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Modification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based on Verification Report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026676-F13C-9AC3-8B86-784788CFF2E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67506" y="0"/>
            <a:ext cx="0" cy="4987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4F6415DC-F386-307B-A86A-0F0D33C5A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18" y="348963"/>
            <a:ext cx="4324954" cy="9716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94D8F82-AD71-647C-2A9B-BA95D0446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940" y="1782741"/>
            <a:ext cx="5305551" cy="17990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DE13226-E44B-FD9F-AE61-0F11712D5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545" y="4163002"/>
            <a:ext cx="5318946" cy="179905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7EDCEF4-D262-1FB2-9887-F9DC4FC3B22E}"/>
              </a:ext>
            </a:extLst>
          </p:cNvPr>
          <p:cNvSpPr txBox="1"/>
          <p:nvPr/>
        </p:nvSpPr>
        <p:spPr>
          <a:xfrm>
            <a:off x="10157254" y="593124"/>
            <a:ext cx="169699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Call </a:t>
            </a:r>
            <a:r>
              <a:rPr lang="en-US" b="1" dirty="0">
                <a:solidFill>
                  <a:srgbClr val="FF0000"/>
                </a:solidFill>
              </a:rPr>
              <a:t>worker.py</a:t>
            </a:r>
          </a:p>
        </p:txBody>
      </p:sp>
    </p:spTree>
    <p:extLst>
      <p:ext uri="{BB962C8B-B14F-4D97-AF65-F5344CB8AC3E}">
        <p14:creationId xmlns:p14="http://schemas.microsoft.com/office/powerpoint/2010/main" val="52111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2D7265-A3A3-93B5-23DA-9480C62832B5}"/>
              </a:ext>
            </a:extLst>
          </p:cNvPr>
          <p:cNvSpPr/>
          <p:nvPr/>
        </p:nvSpPr>
        <p:spPr>
          <a:xfrm>
            <a:off x="1854819" y="811069"/>
            <a:ext cx="2603383" cy="6720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self-Verification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for Analytical Texts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51CD12-7A36-FFB5-0924-B4569995D0DE}"/>
              </a:ext>
            </a:extLst>
          </p:cNvPr>
          <p:cNvSpPr/>
          <p:nvPr/>
        </p:nvSpPr>
        <p:spPr>
          <a:xfrm>
            <a:off x="1854819" y="2909116"/>
            <a:ext cx="2603382" cy="6133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Summarization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base on Verification Report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4A6BDE-A993-1682-62E5-DD710D124FAB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156510" y="0"/>
            <a:ext cx="1" cy="8110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F2F38A-5CE0-E39D-0076-8B4A6AC221D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3156510" y="1483154"/>
            <a:ext cx="1" cy="1425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A3D70-09EC-4205-E4F1-66DA43C0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262" y="670794"/>
            <a:ext cx="4591691" cy="9526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57E2807-C366-C88B-C265-117493651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262" y="2448279"/>
            <a:ext cx="5121424" cy="135917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562A90-918E-D34D-EDA3-383A909BAC88}"/>
              </a:ext>
            </a:extLst>
          </p:cNvPr>
          <p:cNvSpPr/>
          <p:nvPr/>
        </p:nvSpPr>
        <p:spPr>
          <a:xfrm>
            <a:off x="2242110" y="5024727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0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Output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F10795-F191-A30F-3F93-99B977E61A62}"/>
              </a:ext>
            </a:extLst>
          </p:cNvPr>
          <p:cNvCxnSpPr>
            <a:cxnSpLocks/>
            <a:stCxn id="10" idx="2"/>
            <a:endCxn id="24" idx="0"/>
          </p:cNvCxnSpPr>
          <p:nvPr/>
        </p:nvCxnSpPr>
        <p:spPr>
          <a:xfrm>
            <a:off x="3156510" y="3522513"/>
            <a:ext cx="0" cy="15022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7F772B-1407-03A3-0AF1-F57916A541E5}"/>
              </a:ext>
            </a:extLst>
          </p:cNvPr>
          <p:cNvSpPr txBox="1"/>
          <p:nvPr/>
        </p:nvSpPr>
        <p:spPr>
          <a:xfrm>
            <a:off x="10190206" y="962444"/>
            <a:ext cx="169699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Call </a:t>
            </a:r>
            <a:r>
              <a:rPr lang="en-US" b="1" dirty="0">
                <a:solidFill>
                  <a:srgbClr val="FF0000"/>
                </a:solidFill>
              </a:rPr>
              <a:t>worker.py</a:t>
            </a:r>
          </a:p>
        </p:txBody>
      </p:sp>
    </p:spTree>
    <p:extLst>
      <p:ext uri="{BB962C8B-B14F-4D97-AF65-F5344CB8AC3E}">
        <p14:creationId xmlns:p14="http://schemas.microsoft.com/office/powerpoint/2010/main" val="317625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156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Office Theme</vt:lpstr>
      <vt:lpstr>Overall Structure of the GeneAgent Code</vt:lpstr>
      <vt:lpstr>Process of main_cascade.py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Key</dc:title>
  <dc:creator>Wang, Zhizheng (NIH/NLM/NCBI) [F]</dc:creator>
  <cp:lastModifiedBy>Wang, Zhizheng (NIH/NLM/NCBI) [F]</cp:lastModifiedBy>
  <cp:revision>10</cp:revision>
  <dcterms:created xsi:type="dcterms:W3CDTF">2024-05-02T18:20:24Z</dcterms:created>
  <dcterms:modified xsi:type="dcterms:W3CDTF">2024-05-20T19:53:23Z</dcterms:modified>
</cp:coreProperties>
</file>